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6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3A5D-CCF7-1F72-91B0-4C23A42C2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33F7C-CF38-FB7B-5AC5-2C1523ECF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0DF7-BEFF-B7E2-01BA-3B17258E9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DDA8-7F0C-8201-44EE-00BC71B2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AD487-F266-A145-2611-140830DA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1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D7BA-C0B2-B505-5FA6-7ED81250C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CBE0F-137E-7CB0-E209-A9B09795E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08ABB-7B4E-7EBA-49FC-8242B43F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50874-012E-F968-303A-F6C73075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C4197-C6BE-6FF5-E9DB-EEAE63A9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797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CF46-A363-EC25-DD03-1F127C8D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905F4-BBC9-2D93-E1D5-C9F96A081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9A509-F927-D4B9-1897-99B8743B7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D5129-28CF-1E0B-75B1-C670FDA19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4D508-EAF1-D8B6-1524-E4801E6F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69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4DFD-4A44-9880-D18D-3EE58047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641E1-06BC-41BD-2681-3CF8ED2E5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0CBB7-2005-AD7F-97B7-3AB9EC26A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2F6EA-25BD-2F87-51A1-28A94023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149A2-5753-2102-9A14-17322A2B8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8A6A3-8060-CDD6-95AE-3F43D23A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657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4ACB-5D16-F540-7A49-37B80BBC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13EBA-066C-E961-469C-5011680B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71458-49C0-DFDD-6F52-D0ACC68E1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9F99C-0EA2-F875-4DFF-8B2587BB3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161CDE-DAD6-E3BA-9344-E4D46FC09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21FAAA-BB06-3E0D-98B4-52AA343B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31047-BDE6-E845-A3CA-D086B9053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F7582-4209-4EC5-82F5-33357A10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084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6EC8-AD58-D3A0-62AB-65DA48C6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2403F-CF4C-57DC-E289-37D5A762D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E78CB-93EE-B768-F218-6B46A487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8891B-C95B-B4D7-2154-6FAC71D3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94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E8B98E-E31D-C1D0-952C-9C4FCAC8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DF285-CD56-ACB8-104C-83A93190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E6863-012E-7F7D-F438-195B9077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77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A638-0E24-C457-B0A7-3D9A2C272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E4CA-C13F-7DDB-583C-C508746A1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C8A2C-E693-39AA-3628-E8B43AA98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2FA51-CF60-C552-EF20-25065115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E2ED7-E592-CE34-2332-D7C956945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AC1DD-9C45-374C-3627-3C1BB756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89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A59C-7084-EED1-B3F2-BBE09F03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E7714-EEF7-6FB1-0A3E-22742BE51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041BE-2C52-6F13-D56D-5959F9A6D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5E479-2DB1-52FD-F18E-D1ED2B89D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DEA0D-D4EB-3374-E706-9D202743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AFC74-E149-C0DC-3C96-0899B676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25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48A80-40B9-7D51-2DB4-6463593FC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ADB6A-E308-634B-B5FB-A3A79F4DA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D2301-EE7E-8E31-E989-4A217779D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55F14-D5F3-9A74-64B0-68FF8BD5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CA22B-3839-445B-D5F1-105AAF83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39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8465E5-1A5B-410A-0885-5B592A756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1C128-D124-83DF-03DA-0B1BF8B1E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839AB-BF49-D84D-5746-46A79B8D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2F26D-5A81-8820-F33C-29F36726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C13F2-88A5-1205-7447-F2043DD0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686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28820D-5350-7E33-A3AC-376511E6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1562F-F0AC-DD15-9A00-278F995C3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98141-997A-EEEB-1CD3-B8F2FC01A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38896-12E4-4DFB-B396-91A1D53D980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833E6-750E-D16F-9B4F-0531E0B60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DA763-6ACD-A9FA-5896-82AEE759D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ED404-DEF9-4EEB-BD0C-2F253B881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058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B822-CD22-0E16-D51A-99A4ADD1D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8997"/>
            <a:ext cx="9144000" cy="2387600"/>
          </a:xfrm>
        </p:spPr>
        <p:txBody>
          <a:bodyPr>
            <a:normAutofit/>
          </a:bodyPr>
          <a:lstStyle/>
          <a:p>
            <a:r>
              <a:rPr lang="en-IN" dirty="0"/>
              <a:t>💚</a:t>
            </a:r>
            <a:br>
              <a:rPr lang="en-IN" b="1" dirty="0"/>
            </a:br>
            <a:r>
              <a:rPr lang="en-IN" b="1" dirty="0"/>
              <a:t>FitBuddy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9B665-8ECF-32EB-2E6B-BE384DD707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Digital Wellness Monitoring 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17C98-F052-DBAD-5068-D3412129B18B}"/>
              </a:ext>
            </a:extLst>
          </p:cNvPr>
          <p:cNvSpPr txBox="1"/>
          <p:nvPr/>
        </p:nvSpPr>
        <p:spPr>
          <a:xfrm>
            <a:off x="9278837" y="5820697"/>
            <a:ext cx="2778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Submitted By:</a:t>
            </a:r>
          </a:p>
          <a:p>
            <a:r>
              <a:rPr lang="en-IN" dirty="0"/>
              <a:t>Sheli Jaju 2022UCP1240</a:t>
            </a:r>
          </a:p>
          <a:p>
            <a:r>
              <a:rPr lang="en-IN" dirty="0"/>
              <a:t>Aadhya Joshi 2022UCP1326</a:t>
            </a:r>
          </a:p>
        </p:txBody>
      </p:sp>
    </p:spTree>
    <p:extLst>
      <p:ext uri="{BB962C8B-B14F-4D97-AF65-F5344CB8AC3E}">
        <p14:creationId xmlns:p14="http://schemas.microsoft.com/office/powerpoint/2010/main" val="273179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AC0D-0F5E-2AF9-D160-90E0215BB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4B33D-D3DD-FD20-6B33-67F734B4D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49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Objectives:</a:t>
            </a:r>
          </a:p>
          <a:p>
            <a:pPr lvl="1"/>
            <a:r>
              <a:rPr lang="en-US" dirty="0"/>
              <a:t>Monitor digital screen time</a:t>
            </a:r>
          </a:p>
          <a:p>
            <a:pPr lvl="1"/>
            <a:r>
              <a:rPr lang="en-US" dirty="0"/>
              <a:t>Track health metrics manually</a:t>
            </a:r>
          </a:p>
          <a:p>
            <a:pPr lvl="1"/>
            <a:r>
              <a:rPr lang="en-US" dirty="0"/>
              <a:t>AI-powered health assistance</a:t>
            </a:r>
          </a:p>
          <a:p>
            <a:pPr lvl="1"/>
            <a:r>
              <a:rPr lang="en-US" dirty="0"/>
              <a:t>Medication &amp; appointment reminders</a:t>
            </a:r>
          </a:p>
          <a:p>
            <a:r>
              <a:rPr lang="en-IN" b="1" dirty="0"/>
              <a:t>Deliverables</a:t>
            </a:r>
          </a:p>
          <a:p>
            <a:pPr lvl="1"/>
            <a:r>
              <a:rPr lang="en-IN" dirty="0"/>
              <a:t>React Native mobile application</a:t>
            </a:r>
          </a:p>
          <a:p>
            <a:pPr lvl="1"/>
            <a:r>
              <a:rPr lang="en-IN" dirty="0"/>
              <a:t>Node.js REST API backend</a:t>
            </a:r>
          </a:p>
          <a:p>
            <a:pPr lvl="1"/>
            <a:r>
              <a:rPr lang="en-IN" dirty="0"/>
              <a:t>MongoDB database</a:t>
            </a:r>
          </a:p>
          <a:p>
            <a:pPr lvl="1"/>
            <a:r>
              <a:rPr lang="en-IN" dirty="0"/>
              <a:t>Complete API documentation</a:t>
            </a:r>
          </a:p>
          <a:p>
            <a:pPr lvl="1"/>
            <a:r>
              <a:rPr lang="en-IN" dirty="0"/>
              <a:t>User authentication system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439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2508-706F-883D-DD97-5EE95D66B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C505A-5748-6D89-989A-A3966949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174"/>
            <a:ext cx="10515600" cy="472178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Frontend Technologies</a:t>
            </a:r>
          </a:p>
          <a:p>
            <a:pPr lvl="1"/>
            <a:r>
              <a:rPr lang="en-IN" dirty="0"/>
              <a:t>React Native (Cross-platform mobile framework)</a:t>
            </a:r>
          </a:p>
          <a:p>
            <a:pPr lvl="1"/>
            <a:r>
              <a:rPr lang="en-IN" dirty="0"/>
              <a:t>Expo (Development platform)</a:t>
            </a:r>
          </a:p>
          <a:p>
            <a:pPr lvl="1"/>
            <a:r>
              <a:rPr lang="en-IN" dirty="0"/>
              <a:t>TypeScript (Type safety)</a:t>
            </a:r>
          </a:p>
          <a:p>
            <a:pPr lvl="1"/>
            <a:r>
              <a:rPr lang="en-IN" dirty="0" err="1"/>
              <a:t>Zustand</a:t>
            </a:r>
            <a:r>
              <a:rPr lang="en-IN" dirty="0"/>
              <a:t> (State management)</a:t>
            </a:r>
          </a:p>
          <a:p>
            <a:pPr lvl="1"/>
            <a:r>
              <a:rPr lang="en-IN" dirty="0"/>
              <a:t>Axios (HTTP client)</a:t>
            </a:r>
          </a:p>
          <a:p>
            <a:pPr lvl="1"/>
            <a:r>
              <a:rPr lang="en-IN" dirty="0"/>
              <a:t>React Navigation (Navigation)</a:t>
            </a:r>
          </a:p>
          <a:p>
            <a:pPr lvl="1"/>
            <a:r>
              <a:rPr lang="en-IN" dirty="0"/>
              <a:t>Expo Notifications (Push notifications)</a:t>
            </a:r>
          </a:p>
          <a:p>
            <a:pPr lvl="1"/>
            <a:r>
              <a:rPr lang="en-IN" dirty="0" err="1"/>
              <a:t>AsyncStorage</a:t>
            </a:r>
            <a:r>
              <a:rPr lang="en-IN" dirty="0"/>
              <a:t> (Local storage)</a:t>
            </a:r>
          </a:p>
          <a:p>
            <a:pPr marL="0" indent="0">
              <a:buNone/>
            </a:pPr>
            <a:r>
              <a:rPr lang="en-IN" b="1" dirty="0"/>
              <a:t>Backend Technologies</a:t>
            </a:r>
          </a:p>
          <a:p>
            <a:pPr lvl="1"/>
            <a:r>
              <a:rPr lang="en-IN" dirty="0"/>
              <a:t>Node.js (Runtime environment)</a:t>
            </a:r>
          </a:p>
          <a:p>
            <a:pPr lvl="1"/>
            <a:r>
              <a:rPr lang="en-IN" dirty="0"/>
              <a:t>Express.js (Web framework)</a:t>
            </a:r>
          </a:p>
          <a:p>
            <a:pPr lvl="1"/>
            <a:r>
              <a:rPr lang="en-IN" dirty="0"/>
              <a:t>MongoDB (NoSQL database)</a:t>
            </a:r>
          </a:p>
          <a:p>
            <a:pPr lvl="1"/>
            <a:r>
              <a:rPr lang="en-IN" dirty="0"/>
              <a:t>JWT (Authentication)</a:t>
            </a:r>
          </a:p>
          <a:p>
            <a:pPr lvl="1"/>
            <a:r>
              <a:rPr lang="en-IN" dirty="0"/>
              <a:t>Bcrypt.js (Password hashing)</a:t>
            </a:r>
          </a:p>
          <a:p>
            <a:pPr lvl="1"/>
            <a:r>
              <a:rPr lang="en-IN" dirty="0"/>
              <a:t>Express Validator (Input validation)</a:t>
            </a:r>
          </a:p>
          <a:p>
            <a:pPr lvl="1"/>
            <a:r>
              <a:rPr lang="en-IN" dirty="0"/>
              <a:t>Gemini API (AI chatbot) (pending)</a:t>
            </a:r>
          </a:p>
          <a:p>
            <a:pPr lvl="1"/>
            <a:r>
              <a:rPr lang="en-IN" dirty="0"/>
              <a:t>CORS (Cross-origin requests)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60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92B6-E039-3527-5161-C4375DBE0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4" y="170389"/>
            <a:ext cx="10515600" cy="835282"/>
          </a:xfrm>
        </p:spPr>
        <p:txBody>
          <a:bodyPr/>
          <a:lstStyle/>
          <a:p>
            <a:r>
              <a:rPr lang="en-IN" b="1" dirty="0"/>
              <a:t>Core Features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42D3D5-0BE5-1852-32EB-B73A25F3C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00"/>
          <a:stretch>
            <a:fillRect/>
          </a:stretch>
        </p:blipFill>
        <p:spPr>
          <a:xfrm>
            <a:off x="885404" y="962228"/>
            <a:ext cx="3269521" cy="53511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92F1B8-635F-C435-6D73-BE4A584F7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425" y="962228"/>
            <a:ext cx="3260466" cy="53511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9E35A9-5E73-91E2-4E4E-8B594D2DDEA4}"/>
              </a:ext>
            </a:extLst>
          </p:cNvPr>
          <p:cNvSpPr txBox="1"/>
          <p:nvPr/>
        </p:nvSpPr>
        <p:spPr>
          <a:xfrm>
            <a:off x="8184882" y="2948046"/>
            <a:ext cx="28376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Secure Sign Up and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Healthcare Dashboard</a:t>
            </a:r>
          </a:p>
        </p:txBody>
      </p:sp>
    </p:spTree>
    <p:extLst>
      <p:ext uri="{BB962C8B-B14F-4D97-AF65-F5344CB8AC3E}">
        <p14:creationId xmlns:p14="http://schemas.microsoft.com/office/powerpoint/2010/main" val="2455622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AA5E-D8D1-2440-3AE1-969306E0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10515600" cy="936278"/>
          </a:xfrm>
        </p:spPr>
        <p:txBody>
          <a:bodyPr/>
          <a:lstStyle/>
          <a:p>
            <a:r>
              <a:rPr lang="en-IN" b="1" dirty="0"/>
              <a:t>Core Features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2EA1BB-1F65-947E-B23C-60829DA42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38" y="876910"/>
            <a:ext cx="3225611" cy="52409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FDAA70-3938-9AD9-54BB-CE128C52F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90" y="876910"/>
            <a:ext cx="3234338" cy="52409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06E96C-F9A1-5BF8-F071-4CE185454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117" y="876910"/>
            <a:ext cx="3221228" cy="5240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D92D9E-2D90-6B63-2123-237061CBE2BD}"/>
              </a:ext>
            </a:extLst>
          </p:cNvPr>
          <p:cNvSpPr txBox="1"/>
          <p:nvPr/>
        </p:nvSpPr>
        <p:spPr>
          <a:xfrm>
            <a:off x="1425678" y="6194322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Screen Time Tracking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F227A-2836-AB3C-0B82-F1120B2C62DE}"/>
              </a:ext>
            </a:extLst>
          </p:cNvPr>
          <p:cNvSpPr txBox="1"/>
          <p:nvPr/>
        </p:nvSpPr>
        <p:spPr>
          <a:xfrm>
            <a:off x="5076201" y="6194322"/>
            <a:ext cx="2090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Health Care Chatbot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248DAD-CE76-3FE6-E1C9-144F65C5C48D}"/>
              </a:ext>
            </a:extLst>
          </p:cNvPr>
          <p:cNvSpPr txBox="1"/>
          <p:nvPr/>
        </p:nvSpPr>
        <p:spPr>
          <a:xfrm>
            <a:off x="8688440" y="6194322"/>
            <a:ext cx="189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Setting Reminders</a:t>
            </a:r>
          </a:p>
        </p:txBody>
      </p:sp>
    </p:spTree>
    <p:extLst>
      <p:ext uri="{BB962C8B-B14F-4D97-AF65-F5344CB8AC3E}">
        <p14:creationId xmlns:p14="http://schemas.microsoft.com/office/powerpoint/2010/main" val="215040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2F5B-4636-FE29-8009-8F234C18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38" y="266803"/>
            <a:ext cx="10515600" cy="893404"/>
          </a:xfrm>
        </p:spPr>
        <p:txBody>
          <a:bodyPr/>
          <a:lstStyle/>
          <a:p>
            <a:r>
              <a:rPr lang="en-IN" b="1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8A48FD-4FA3-37BA-1A30-E2C7F8AEEB45}"/>
              </a:ext>
            </a:extLst>
          </p:cNvPr>
          <p:cNvSpPr txBox="1"/>
          <p:nvPr/>
        </p:nvSpPr>
        <p:spPr>
          <a:xfrm>
            <a:off x="560439" y="1356852"/>
            <a:ext cx="35795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Layer 1: Mobile Client </a:t>
            </a:r>
          </a:p>
          <a:p>
            <a:r>
              <a:rPr lang="en-IN" sz="2000" b="1" dirty="0"/>
              <a:t>Technology:</a:t>
            </a:r>
            <a:r>
              <a:rPr lang="en-IN" sz="2000" dirty="0"/>
              <a:t> React Native + Expo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iOS &amp; Android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State Management (</a:t>
            </a:r>
            <a:r>
              <a:rPr lang="en-IN" sz="2000" dirty="0" err="1"/>
              <a:t>Zustand</a:t>
            </a:r>
            <a:r>
              <a:rPr lang="en-IN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Local Storage (</a:t>
            </a:r>
            <a:r>
              <a:rPr lang="en-IN" sz="2000" dirty="0" err="1"/>
              <a:t>AsyncStorage</a:t>
            </a:r>
            <a:r>
              <a:rPr lang="en-IN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Push Notifications (Expo Notifications)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HTTP Client (Axios)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UI Components &amp; Navigation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52D25-5C56-FAED-3C9C-B9442C6FBA8F}"/>
              </a:ext>
            </a:extLst>
          </p:cNvPr>
          <p:cNvSpPr txBox="1"/>
          <p:nvPr/>
        </p:nvSpPr>
        <p:spPr>
          <a:xfrm>
            <a:off x="4577484" y="1356852"/>
            <a:ext cx="335223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Layer 2: REST API </a:t>
            </a:r>
          </a:p>
          <a:p>
            <a:r>
              <a:rPr lang="en-IN" sz="2000" b="1" dirty="0"/>
              <a:t>Technology:</a:t>
            </a:r>
            <a:r>
              <a:rPr lang="en-IN" sz="2000" dirty="0"/>
              <a:t> Node.js + 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RESTful endpoints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JWT Authentication middleware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Request validation (Express Validator)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Error handling middleware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CORS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Business logic controllers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79041-15F9-452F-0C6C-832E8CAAC81B}"/>
              </a:ext>
            </a:extLst>
          </p:cNvPr>
          <p:cNvSpPr txBox="1"/>
          <p:nvPr/>
        </p:nvSpPr>
        <p:spPr>
          <a:xfrm>
            <a:off x="8367252" y="1356852"/>
            <a:ext cx="305726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Layer 3: Database</a:t>
            </a:r>
          </a:p>
          <a:p>
            <a:r>
              <a:rPr lang="en-IN" sz="2000" b="1" dirty="0"/>
              <a:t>Technology:</a:t>
            </a:r>
            <a:r>
              <a:rPr lang="en-IN" sz="2000" dirty="0"/>
              <a:t> MongoDB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NoSQL document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Collections: Users, </a:t>
            </a:r>
            <a:r>
              <a:rPr lang="en-IN" sz="2000" dirty="0" err="1"/>
              <a:t>ScreenTime</a:t>
            </a:r>
            <a:r>
              <a:rPr lang="en-IN" sz="2000" dirty="0"/>
              <a:t>, Reminders, </a:t>
            </a:r>
            <a:r>
              <a:rPr lang="en-IN" sz="2000" dirty="0" err="1"/>
              <a:t>ChatMessages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Mongoose schemas and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Data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Indexing for performance</a:t>
            </a:r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BF60E-3060-ECEE-33B7-877D5B8AE33B}"/>
              </a:ext>
            </a:extLst>
          </p:cNvPr>
          <p:cNvSpPr txBox="1"/>
          <p:nvPr/>
        </p:nvSpPr>
        <p:spPr>
          <a:xfrm>
            <a:off x="2772697" y="5646925"/>
            <a:ext cx="641714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Data Flow:</a:t>
            </a:r>
            <a:r>
              <a:rPr lang="en-US" sz="2400" dirty="0"/>
              <a:t> Mobile App ⟷ REST API ⟷ MongoDB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82091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5ABF-1DE0-C307-EB85-393072125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RESTful API Endpoints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FBB2E-FA03-40C0-4961-A1BE46CA22A2}"/>
              </a:ext>
            </a:extLst>
          </p:cNvPr>
          <p:cNvSpPr txBox="1"/>
          <p:nvPr/>
        </p:nvSpPr>
        <p:spPr>
          <a:xfrm>
            <a:off x="865240" y="1690688"/>
            <a:ext cx="5230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Authentication</a:t>
            </a:r>
            <a:endParaRPr lang="en-IN" dirty="0"/>
          </a:p>
          <a:p>
            <a:r>
              <a:rPr lang="en-IN" dirty="0"/>
              <a:t>- `POST /</a:t>
            </a:r>
            <a:r>
              <a:rPr lang="en-IN" dirty="0" err="1"/>
              <a:t>api</a:t>
            </a:r>
            <a:r>
              <a:rPr lang="en-IN" dirty="0"/>
              <a:t>/auth/signup` - Register new user</a:t>
            </a:r>
          </a:p>
          <a:p>
            <a:r>
              <a:rPr lang="en-IN" dirty="0"/>
              <a:t>- `POST /</a:t>
            </a:r>
            <a:r>
              <a:rPr lang="en-IN" dirty="0" err="1"/>
              <a:t>api</a:t>
            </a:r>
            <a:r>
              <a:rPr lang="en-IN" dirty="0"/>
              <a:t>/auth/login` - Login user</a:t>
            </a:r>
          </a:p>
          <a:p>
            <a:r>
              <a:rPr lang="en-IN" dirty="0"/>
              <a:t>- `GET /</a:t>
            </a:r>
            <a:r>
              <a:rPr lang="en-IN" dirty="0" err="1"/>
              <a:t>api</a:t>
            </a:r>
            <a:r>
              <a:rPr lang="en-IN" dirty="0"/>
              <a:t>/auth/me` - Get current user</a:t>
            </a:r>
          </a:p>
          <a:p>
            <a:r>
              <a:rPr lang="en-IN" dirty="0"/>
              <a:t>- `PUT /</a:t>
            </a:r>
            <a:r>
              <a:rPr lang="en-IN" dirty="0" err="1"/>
              <a:t>api</a:t>
            </a:r>
            <a:r>
              <a:rPr lang="en-IN" dirty="0"/>
              <a:t>/auth/</a:t>
            </a:r>
            <a:r>
              <a:rPr lang="en-IN" dirty="0" err="1"/>
              <a:t>updatedetails</a:t>
            </a:r>
            <a:r>
              <a:rPr lang="en-IN" dirty="0"/>
              <a:t>` - Update user details</a:t>
            </a:r>
          </a:p>
          <a:p>
            <a:r>
              <a:rPr lang="en-IN" dirty="0"/>
              <a:t>- `PUT /</a:t>
            </a:r>
            <a:r>
              <a:rPr lang="en-IN" dirty="0" err="1"/>
              <a:t>api</a:t>
            </a:r>
            <a:r>
              <a:rPr lang="en-IN" dirty="0"/>
              <a:t>/auth/</a:t>
            </a:r>
            <a:r>
              <a:rPr lang="en-IN" dirty="0" err="1"/>
              <a:t>updatepassword</a:t>
            </a:r>
            <a:r>
              <a:rPr lang="en-IN" dirty="0"/>
              <a:t>` - Update password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05201-487E-66D2-57B8-EB10DE3E2709}"/>
              </a:ext>
            </a:extLst>
          </p:cNvPr>
          <p:cNvSpPr txBox="1"/>
          <p:nvPr/>
        </p:nvSpPr>
        <p:spPr>
          <a:xfrm>
            <a:off x="866723" y="3754914"/>
            <a:ext cx="54682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Screen Time</a:t>
            </a:r>
            <a:endParaRPr lang="en-IN" dirty="0"/>
          </a:p>
          <a:p>
            <a:r>
              <a:rPr lang="en-IN" dirty="0"/>
              <a:t>- `GET /</a:t>
            </a:r>
            <a:r>
              <a:rPr lang="en-IN" dirty="0" err="1"/>
              <a:t>api</a:t>
            </a:r>
            <a:r>
              <a:rPr lang="en-IN" dirty="0"/>
              <a:t>/screentime` - Get all screen time entries</a:t>
            </a:r>
          </a:p>
          <a:p>
            <a:r>
              <a:rPr lang="en-IN" dirty="0"/>
              <a:t>- `GET /</a:t>
            </a:r>
            <a:r>
              <a:rPr lang="en-IN" dirty="0" err="1"/>
              <a:t>api</a:t>
            </a:r>
            <a:r>
              <a:rPr lang="en-IN" dirty="0"/>
              <a:t>/screentime/today` - Get today's screen time</a:t>
            </a:r>
          </a:p>
          <a:p>
            <a:r>
              <a:rPr lang="en-IN" dirty="0"/>
              <a:t>- `GET /</a:t>
            </a:r>
            <a:r>
              <a:rPr lang="en-IN" dirty="0" err="1"/>
              <a:t>api</a:t>
            </a:r>
            <a:r>
              <a:rPr lang="en-IN" dirty="0"/>
              <a:t>/screentime/stats` - Get statistics</a:t>
            </a:r>
          </a:p>
          <a:p>
            <a:r>
              <a:rPr lang="en-IN" dirty="0"/>
              <a:t>- `POST /</a:t>
            </a:r>
            <a:r>
              <a:rPr lang="en-IN" dirty="0" err="1"/>
              <a:t>api</a:t>
            </a:r>
            <a:r>
              <a:rPr lang="en-IN" dirty="0"/>
              <a:t>/screentime` - Create screen time entry</a:t>
            </a:r>
          </a:p>
          <a:p>
            <a:r>
              <a:rPr lang="en-IN" dirty="0"/>
              <a:t>- `PUT /</a:t>
            </a:r>
            <a:r>
              <a:rPr lang="en-IN" dirty="0" err="1"/>
              <a:t>api</a:t>
            </a:r>
            <a:r>
              <a:rPr lang="en-IN" dirty="0"/>
              <a:t>/screentime/:id` - Update entry</a:t>
            </a:r>
          </a:p>
          <a:p>
            <a:r>
              <a:rPr lang="en-IN" dirty="0"/>
              <a:t>- `DELETE /</a:t>
            </a:r>
            <a:r>
              <a:rPr lang="en-IN" dirty="0" err="1"/>
              <a:t>api</a:t>
            </a:r>
            <a:r>
              <a:rPr lang="en-IN" dirty="0"/>
              <a:t>/screentime/:id` - Delete entry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046DB-4555-1C33-32AB-3707B6E88EDC}"/>
              </a:ext>
            </a:extLst>
          </p:cNvPr>
          <p:cNvSpPr txBox="1"/>
          <p:nvPr/>
        </p:nvSpPr>
        <p:spPr>
          <a:xfrm>
            <a:off x="6335014" y="1690688"/>
            <a:ext cx="53474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Reminders</a:t>
            </a:r>
            <a:endParaRPr lang="en-IN" dirty="0"/>
          </a:p>
          <a:p>
            <a:r>
              <a:rPr lang="en-IN" dirty="0"/>
              <a:t>- `GET /</a:t>
            </a:r>
            <a:r>
              <a:rPr lang="en-IN" dirty="0" err="1"/>
              <a:t>api</a:t>
            </a:r>
            <a:r>
              <a:rPr lang="en-IN" dirty="0"/>
              <a:t>/reminders` - Get all reminders</a:t>
            </a:r>
          </a:p>
          <a:p>
            <a:r>
              <a:rPr lang="en-IN" dirty="0"/>
              <a:t>- `GET /</a:t>
            </a:r>
            <a:r>
              <a:rPr lang="en-IN" dirty="0" err="1"/>
              <a:t>api</a:t>
            </a:r>
            <a:r>
              <a:rPr lang="en-IN" dirty="0"/>
              <a:t>/reminders/active` - Get active reminders</a:t>
            </a:r>
          </a:p>
          <a:p>
            <a:r>
              <a:rPr lang="en-IN" dirty="0"/>
              <a:t>- `GET /</a:t>
            </a:r>
            <a:r>
              <a:rPr lang="en-IN" dirty="0" err="1"/>
              <a:t>api</a:t>
            </a:r>
            <a:r>
              <a:rPr lang="en-IN" dirty="0"/>
              <a:t>/reminders/today` - Get today's reminders</a:t>
            </a:r>
          </a:p>
          <a:p>
            <a:r>
              <a:rPr lang="en-IN" dirty="0"/>
              <a:t>- `POST /</a:t>
            </a:r>
            <a:r>
              <a:rPr lang="en-IN" dirty="0" err="1"/>
              <a:t>api</a:t>
            </a:r>
            <a:r>
              <a:rPr lang="en-IN" dirty="0"/>
              <a:t>/reminders` - Create reminder</a:t>
            </a:r>
          </a:p>
          <a:p>
            <a:r>
              <a:rPr lang="en-IN" dirty="0"/>
              <a:t>- `PUT /</a:t>
            </a:r>
            <a:r>
              <a:rPr lang="en-IN" dirty="0" err="1"/>
              <a:t>api</a:t>
            </a:r>
            <a:r>
              <a:rPr lang="en-IN" dirty="0"/>
              <a:t>/reminders/:id` - Update reminder</a:t>
            </a:r>
          </a:p>
          <a:p>
            <a:r>
              <a:rPr lang="en-IN" dirty="0"/>
              <a:t>- `PATCH /</a:t>
            </a:r>
            <a:r>
              <a:rPr lang="en-IN" dirty="0" err="1"/>
              <a:t>api</a:t>
            </a:r>
            <a:r>
              <a:rPr lang="en-IN" dirty="0"/>
              <a:t>/reminders/:id` - Toggle completion</a:t>
            </a:r>
          </a:p>
          <a:p>
            <a:r>
              <a:rPr lang="en-IN" dirty="0"/>
              <a:t>- `DELETE /</a:t>
            </a:r>
            <a:r>
              <a:rPr lang="en-IN" dirty="0" err="1"/>
              <a:t>api</a:t>
            </a:r>
            <a:r>
              <a:rPr lang="en-IN" dirty="0"/>
              <a:t>/reminders/:id` - Delete reminder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7369F-862E-DE2E-DCD0-4FC77560A32E}"/>
              </a:ext>
            </a:extLst>
          </p:cNvPr>
          <p:cNvSpPr txBox="1"/>
          <p:nvPr/>
        </p:nvSpPr>
        <p:spPr>
          <a:xfrm>
            <a:off x="6335014" y="4015959"/>
            <a:ext cx="53474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Chat</a:t>
            </a:r>
            <a:endParaRPr lang="en-IN" dirty="0"/>
          </a:p>
          <a:p>
            <a:r>
              <a:rPr lang="en-IN" dirty="0"/>
              <a:t>- `POST /</a:t>
            </a:r>
            <a:r>
              <a:rPr lang="en-IN" dirty="0" err="1"/>
              <a:t>api</a:t>
            </a:r>
            <a:r>
              <a:rPr lang="en-IN" dirty="0"/>
              <a:t>/chat` - Send message to chatbot</a:t>
            </a:r>
          </a:p>
          <a:p>
            <a:r>
              <a:rPr lang="en-IN" dirty="0"/>
              <a:t>- `GET /</a:t>
            </a:r>
            <a:r>
              <a:rPr lang="en-IN" dirty="0" err="1"/>
              <a:t>api</a:t>
            </a:r>
            <a:r>
              <a:rPr lang="en-IN" dirty="0"/>
              <a:t>/chat/history` - Get chat history</a:t>
            </a:r>
          </a:p>
          <a:p>
            <a:r>
              <a:rPr lang="en-IN" dirty="0"/>
              <a:t>- `GET /</a:t>
            </a:r>
            <a:r>
              <a:rPr lang="en-IN" dirty="0" err="1"/>
              <a:t>api</a:t>
            </a:r>
            <a:r>
              <a:rPr lang="en-IN" dirty="0"/>
              <a:t>/chat/conversations` - Get all conversations</a:t>
            </a:r>
          </a:p>
          <a:p>
            <a:r>
              <a:rPr lang="en-IN" dirty="0"/>
              <a:t>- `DELETE /</a:t>
            </a:r>
            <a:r>
              <a:rPr lang="en-IN" dirty="0" err="1"/>
              <a:t>api</a:t>
            </a:r>
            <a:r>
              <a:rPr lang="en-IN" dirty="0"/>
              <a:t>/chat/history/:</a:t>
            </a:r>
            <a:r>
              <a:rPr lang="en-IN" dirty="0" err="1"/>
              <a:t>conversationId</a:t>
            </a:r>
            <a:r>
              <a:rPr lang="en-IN" dirty="0"/>
              <a:t>` - Delete chat history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220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9E70-808E-D943-AF9F-2E631DA0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4" y="138983"/>
            <a:ext cx="10515600" cy="762711"/>
          </a:xfrm>
        </p:spPr>
        <p:txBody>
          <a:bodyPr/>
          <a:lstStyle/>
          <a:p>
            <a:r>
              <a:rPr lang="en-IN" b="1" dirty="0"/>
              <a:t>MongoDB Database Schema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D9E59A-F9B9-8417-3D89-1A3DB553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6" t="8241" r="1422" b="10418"/>
          <a:stretch>
            <a:fillRect/>
          </a:stretch>
        </p:blipFill>
        <p:spPr>
          <a:xfrm>
            <a:off x="592394" y="1002891"/>
            <a:ext cx="6489291" cy="1619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A977F6-D582-96F6-0B0F-9372FEA6B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94" y="2885813"/>
            <a:ext cx="4833254" cy="34194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432D70-C2D4-561C-A358-8A37ED387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230" y="1002891"/>
            <a:ext cx="4296375" cy="21053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459124-EA48-3CF9-BF12-A428546C6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652" y="3615813"/>
            <a:ext cx="4048690" cy="2534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217C8F-D7BA-A9A3-3BA9-A2FB38566600}"/>
              </a:ext>
            </a:extLst>
          </p:cNvPr>
          <p:cNvSpPr txBox="1"/>
          <p:nvPr/>
        </p:nvSpPr>
        <p:spPr>
          <a:xfrm>
            <a:off x="5742377" y="2601575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D95E41-DCB3-4B86-F326-EF39E56AEAB0}"/>
              </a:ext>
            </a:extLst>
          </p:cNvPr>
          <p:cNvSpPr txBox="1"/>
          <p:nvPr/>
        </p:nvSpPr>
        <p:spPr>
          <a:xfrm>
            <a:off x="3389662" y="6258578"/>
            <a:ext cx="158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Chat Messages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8579C-B20E-5579-D11E-C05B2B9B97FC}"/>
              </a:ext>
            </a:extLst>
          </p:cNvPr>
          <p:cNvSpPr txBox="1"/>
          <p:nvPr/>
        </p:nvSpPr>
        <p:spPr>
          <a:xfrm>
            <a:off x="9916342" y="30596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Screen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7CB82-50FD-6690-7E1E-310D9EB2414C}"/>
              </a:ext>
            </a:extLst>
          </p:cNvPr>
          <p:cNvSpPr txBox="1"/>
          <p:nvPr/>
        </p:nvSpPr>
        <p:spPr>
          <a:xfrm>
            <a:off x="8818797" y="6120592"/>
            <a:ext cx="109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Reminder</a:t>
            </a:r>
          </a:p>
        </p:txBody>
      </p:sp>
    </p:spTree>
    <p:extLst>
      <p:ext uri="{BB962C8B-B14F-4D97-AF65-F5344CB8AC3E}">
        <p14:creationId xmlns:p14="http://schemas.microsoft.com/office/powerpoint/2010/main" val="395818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3E07-1C38-3917-A08B-2C1E197C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606628-C49E-9866-287F-0CE2850654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66151"/>
            <a:ext cx="621152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Wearable device integration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data analytics with ML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Mood Journaling and Analytics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features (friend challenges)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metrics export (CSV/PDF)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Dark mode support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224A1-7946-64C2-D568-A634CB68907F}"/>
              </a:ext>
            </a:extLst>
          </p:cNvPr>
          <p:cNvSpPr txBox="1"/>
          <p:nvPr/>
        </p:nvSpPr>
        <p:spPr>
          <a:xfrm>
            <a:off x="1012723" y="5112774"/>
            <a:ext cx="5435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GitHub Repo: </a:t>
            </a:r>
            <a:r>
              <a:rPr lang="en-IN" u="sng" dirty="0">
                <a:solidFill>
                  <a:schemeClr val="accent1"/>
                </a:solidFill>
              </a:rPr>
              <a:t>https://github.com/AadhyaJoshi/FitBuddy</a:t>
            </a:r>
          </a:p>
        </p:txBody>
      </p:sp>
    </p:spTree>
    <p:extLst>
      <p:ext uri="{BB962C8B-B14F-4D97-AF65-F5344CB8AC3E}">
        <p14:creationId xmlns:p14="http://schemas.microsoft.com/office/powerpoint/2010/main" val="345521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9E9B-B9CE-889F-F38F-55B72452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9563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78305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646</Words>
  <Application>Microsoft Office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💚 FitBuddy</vt:lpstr>
      <vt:lpstr>Project Overview</vt:lpstr>
      <vt:lpstr>Technology Stack</vt:lpstr>
      <vt:lpstr>Core Features</vt:lpstr>
      <vt:lpstr>Core Features</vt:lpstr>
      <vt:lpstr>System Architecture</vt:lpstr>
      <vt:lpstr>RESTful API Endpoints</vt:lpstr>
      <vt:lpstr>MongoDB Database Schema</vt:lpstr>
      <vt:lpstr>Future Enhancements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Manisha Joshi</dc:creator>
  <cp:lastModifiedBy>Manisha Joshi</cp:lastModifiedBy>
  <cp:revision>11</cp:revision>
  <dcterms:created xsi:type="dcterms:W3CDTF">2025-11-04T04:07:10Z</dcterms:created>
  <dcterms:modified xsi:type="dcterms:W3CDTF">2025-11-05T14:18:59Z</dcterms:modified>
</cp:coreProperties>
</file>